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9" d="100"/>
          <a:sy n="79" d="100"/>
        </p:scale>
        <p:origin x="798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l="1718" t="2928" r="1718" b="3348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3361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r="781" b="2941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t="1261" b="2941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l="-1" r="-25" b="2941"/>
          <a:stretch>
            <a:fillRect/>
          </a:stretch>
        </p:blipFill>
        <p:spPr>
          <a:xfrm>
            <a:off x="-4064" y="0"/>
            <a:ext cx="16260064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17272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t="1261" b="2941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630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Benutzerdefiniert</PresentationFormat>
  <Paragraphs>0</Paragraphs>
  <Slides>13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Student</dc:creator>
  <cp:lastModifiedBy>Mohsen Zadeh</cp:lastModifiedBy>
  <cp:revision>2</cp:revision>
  <dcterms:created xsi:type="dcterms:W3CDTF">2006-08-16T00:00:00Z</dcterms:created>
  <dcterms:modified xsi:type="dcterms:W3CDTF">2026-09-28T08:54:21Z</dcterms:modified>
</cp:coreProperties>
</file>